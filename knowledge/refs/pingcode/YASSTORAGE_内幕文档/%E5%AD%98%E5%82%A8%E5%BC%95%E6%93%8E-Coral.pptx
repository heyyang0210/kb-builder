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17" r:id="rId3"/>
    <p:sldId id="312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297" autoAdjust="0"/>
  </p:normalViewPr>
  <p:slideViewPr>
    <p:cSldViewPr snapToGrid="0">
      <p:cViewPr varScale="1">
        <p:scale>
          <a:sx n="77" d="100"/>
          <a:sy n="77" d="100"/>
        </p:scale>
        <p:origin x="18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9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  <a:endParaRPr lang="zh-CN" altLang="en-US" sz="48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Verdana" panose="020B060403050404020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  <a:endParaRPr lang="en-US" altLang="zh-CN" sz="1600" dirty="0">
              <a:solidFill>
                <a:schemeClr val="tx1"/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tags" Target="../tags/tag8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cs typeface="Verdana" panose="020B0604030504040204" charset="0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  <a:endParaRPr lang="zh-CN" altLang="en-US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  <a:endParaRPr lang="zh-CN" altLang="en-US" sz="1600"/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  <a:endParaRPr lang="zh-CN" altLang="en-US" sz="1600"/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  <a:endParaRPr lang="zh-CN" altLang="en-US" sz="1600"/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  <a:endParaRPr lang="zh-CN" altLang="en-US" sz="1600"/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  <a:endParaRPr lang="zh-CN" altLang="en-US" sz="1600"/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  <a:endParaRPr lang="zh-CN" altLang="en-US" sz="1600">
              <a:solidFill>
                <a:srgbClr val="F0F0F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57195" y="2419350"/>
            <a:ext cx="6278245" cy="647700"/>
          </a:xfrm>
        </p:spPr>
        <p:txBody>
          <a:bodyPr/>
          <a:p>
            <a:pPr algn="ctr"/>
            <a:r>
              <a:rPr lang="en-US" altLang="zh-CN" sz="3600"/>
              <a:t>Co</a:t>
            </a:r>
            <a:r>
              <a:rPr lang="en-US" altLang="zh-CN" sz="3600"/>
              <a:t>ral</a:t>
            </a:r>
            <a:endParaRPr lang="en-US" altLang="zh-CN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Coral</a:t>
            </a:r>
            <a:endParaRPr lang="en-US" altLang="zh-CN"/>
          </a:p>
        </p:txBody>
      </p:sp>
      <p:pic>
        <p:nvPicPr>
          <p:cNvPr id="3" name="图片 2" descr="coral-Page-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568" y="1362710"/>
            <a:ext cx="4200525" cy="398145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6038215" y="2043113"/>
            <a:ext cx="5080000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171450" indent="-171450">
              <a:buFont typeface="Wingdings" panose="05000000000000000000" charset="0"/>
              <a:buChar char="Ø"/>
            </a:pPr>
            <a:r>
              <a:rPr lang="en-US" sz="16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SWD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6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 seaweed</a:t>
            </a:r>
            <a:r>
              <a:rPr lang="zh-CN" sz="16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简写，元数据存储结构，支持事务能力。</a:t>
            </a:r>
            <a:endParaRPr lang="zh-CN" sz="16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16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zh-CN" altLang="en-US" sz="16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目前底层使用</a:t>
            </a:r>
            <a:r>
              <a:rPr lang="en-US" altLang="zh-CN" sz="16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swordfish</a:t>
            </a:r>
            <a:r>
              <a:rPr lang="zh-CN" altLang="en-US" sz="16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实现。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 marL="171450" indent="-171450">
              <a:buFont typeface="Wingdings" panose="05000000000000000000" charset="0"/>
              <a:buChar char="Ø"/>
            </a:pP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Coral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       </a:t>
            </a:r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</a:rPr>
              <a:t>海量稳态数据的列式存储结构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      coral</a:t>
            </a:r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由元数据存储</a:t>
            </a:r>
            <a:r>
              <a:rPr lang="en-US" altLang="zh-CN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SWD+</a:t>
            </a:r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数据文件存储组成。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171450" indent="-171450">
              <a:buFont typeface="Wingdings" panose="05000000000000000000" charset="0"/>
              <a:buChar char="Ø"/>
            </a:pPr>
            <a:endParaRPr lang="en-US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 marL="171450" indent="-171450">
              <a:buFont typeface="Wingdings" panose="05000000000000000000" charset="0"/>
              <a:buChar char="Ø"/>
            </a:pP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SliceMeta</a:t>
            </a:r>
            <a:endParaRPr lang="zh-CN" altLang="en-US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1600" b="0">
                <a:latin typeface="Calibri" panose="020F0502020204030204" charset="0"/>
                <a:ea typeface="宋体" panose="02010600030101010101" pitchFamily="2" charset="-122"/>
              </a:rPr>
              <a:t>      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记录了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Slice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版本号，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Slice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对应的</a:t>
            </a:r>
            <a:r>
              <a:rPr lang="en-US" altLang="zh-CN" sz="1600" b="0">
                <a:latin typeface="Calibri" panose="020F0502020204030204" charset="0"/>
                <a:ea typeface="宋体" panose="02010600030101010101" pitchFamily="2" charset="-122"/>
              </a:rPr>
              <a:t>Data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Bucket, FileId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。</a:t>
            </a:r>
            <a:endParaRPr lang="zh-CN" altLang="en-US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9.xml><?xml version="1.0" encoding="utf-8"?>
<p:tagLst xmlns:p="http://schemas.openxmlformats.org/presentationml/2006/main">
  <p:tag name="COMMONDATA" val="eyJoZGlkIjoiNTk4NjhmNjAwZWUzNGEwNjQ0M2Q2ZDJkMGI1MjcxNDc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WPS 演示</Application>
  <PresentationFormat>宽屏</PresentationFormat>
  <Paragraphs>14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Verdana</vt:lpstr>
      <vt:lpstr>微软雅黑</vt:lpstr>
      <vt:lpstr>Calibri</vt:lpstr>
      <vt:lpstr>Times New Roman</vt:lpstr>
      <vt:lpstr>Arial Unicode MS</vt:lpstr>
      <vt:lpstr>Wingdings</vt:lpstr>
      <vt:lpstr>自定义设计方案</vt:lpstr>
      <vt:lpstr>Coral</vt:lpstr>
      <vt:lpstr>Coral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xier</cp:lastModifiedBy>
  <cp:revision>231</cp:revision>
  <dcterms:created xsi:type="dcterms:W3CDTF">2021-03-09T02:51:00Z</dcterms:created>
  <dcterms:modified xsi:type="dcterms:W3CDTF">2022-08-15T09:17:05Z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2052-11.1.0.12302</vt:lpwstr>
  </property>
  <property fmtid="{D5CDD505-2E9C-101B-9397-08002B2CF9AE}" pid="3" name="ICV">
    <vt:lpwstr>04114A2D82B34454AE686A47A509BCE9</vt:lpwstr>
  </property>
</Properties>
</file>