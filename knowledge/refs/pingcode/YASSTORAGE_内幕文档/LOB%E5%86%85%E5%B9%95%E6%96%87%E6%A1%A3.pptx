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11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31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6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7ECC6-C110-431B-8B4E-27ACE67A14C5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D5D3D4-17DE-4CB7-B148-7D50835C2B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359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773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295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62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302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218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7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632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3889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68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209F5-E989-78D7-E3A7-739FB0618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F94EAFD-3A76-23CE-74D0-58E7DF515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1597F5-8E90-8998-DAD2-1FFFA66A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945F5-0A9D-296F-E550-6F2955736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5314D8-71A7-AB68-E5E3-CF198BD4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16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6CF116-602A-AF8C-6B56-E5628C19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1BFCA-379B-6DC6-FE6B-F4F73187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C5198D-C4B1-432E-02F1-1FD903F0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12BC75-EA59-CE98-6FCE-5630FC4F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99F13-E352-1029-E833-2A152DE88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1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A94C6-8A44-58E5-2945-302A3B1F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6EDFFE-2141-153F-6F21-06067430D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9E032B-60BE-CFBF-4772-BA7EBBB5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F48C17-6C29-D813-D5F5-DED420C0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AC2EE8-A4A6-8ACA-0B5F-9902BDBEE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483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B5E9C-9312-3F02-ECC4-AF28820DC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1AE505-E4B0-B59B-09BC-F3BA21F89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67A3DAA-B8AB-2A92-20AC-F0BD2F7B4B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36EF71-0973-D081-352E-9983D6E21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93C451-E009-E946-DE27-C17383C7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B1F961-463D-6E4C-C07A-4F14DFE3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99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13F4D-A219-3963-9F6B-E514F734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A643EA-0FA2-6EE4-2B31-774E05D40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4B19B-039A-98E6-9945-E813F28B7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22EC3A-21DA-BC40-56A0-D1452F417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AA6EF0C-5A85-F76F-DCDF-EDDD025BF2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BD1329-76A9-3EE8-5F54-320F95B6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A87D9C-7717-8A79-E675-C0A97E81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056DB7-54BA-5F90-DA19-EE6779B1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79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11E36-0AEA-37B1-2322-76C11F38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70AB4E-CD5B-2996-E8AB-F6BE3396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A7BA933-46A1-1CA8-39D7-F8B883ACF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53CE0E-0F40-5E10-97B4-6C113D42D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75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2C6FB7-EED6-32B2-A0E8-5B04D182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6D9706-4942-EE5E-384E-59FE0E7A3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8734F1-A74E-A603-4CC6-5EC999A8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141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7E4EA-EC21-ACC0-2198-904A4F9F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2EB67-C31E-7328-DC28-0FAED3295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A08A01-B265-46E9-7536-2B28D0118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0812C2-C16A-74A2-AA0D-49020338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FA4701-C46F-24B4-8918-5C33F016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D7CAAE-5D56-F25F-B9CB-2AB143E7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6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6E2B6-A52A-1CAA-C137-E2865C738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071A81-E802-35B9-7CF9-99D03188C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9BC4FA-3FEA-3EC3-0C3E-FA1598C27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2F1E70-8E6F-1A2F-68DD-611FE5D3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DC702D-D50F-38EA-8527-A235D8F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F45A44-B7F5-116C-3A8B-A3C8E80A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3820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EA6833-621D-AA67-C6FF-B6B113EB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BE07E0-FA6C-C412-BA44-149B0B030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EB992-EB74-634C-63F3-58D64DBEC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38EA71-9E4F-4594-27F2-184C33FC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23300C-3969-A6CB-BB65-91F2CDE27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095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B35740-675D-8EE8-B277-2BB17D819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F4B327-D90A-6DAB-7D4E-F859B4478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53EB6-8ABA-C078-0DB3-3DDDD50B1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B85734-D53B-74FE-C34B-C25CE025B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8E35D-A297-ECBB-15F2-0D42ADC4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98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9994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0239EDD-07B5-8AEE-88A6-BD8F836F6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B50123-2996-BB06-CADD-348BE36A2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0CC466-11CD-E37E-9547-CCC3214736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768-526A-40B1-91E1-714D66275E58}" type="datetimeFigureOut">
              <a:rPr lang="zh-CN" altLang="en-US" smtClean="0"/>
              <a:t>2022/8/15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A9C855-E4BC-5AE8-32FE-1594B849A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0D74B-5AEC-92CD-90E3-21F3B40030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9BD39-EDC4-4C7F-A814-2371B774ED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68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6AFE2388-B2D7-AE73-4988-E01E36F40DB2}"/>
              </a:ext>
            </a:extLst>
          </p:cNvPr>
          <p:cNvSpPr txBox="1">
            <a:spLocks/>
          </p:cNvSpPr>
          <p:nvPr/>
        </p:nvSpPr>
        <p:spPr>
          <a:xfrm>
            <a:off x="1342417" y="2612456"/>
            <a:ext cx="9144000" cy="96235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</a:rPr>
              <a:t>LOB</a:t>
            </a:r>
            <a:endParaRPr lang="zh-CN" altLang="en-US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209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E38AED92-AC8F-7444-BDE3-3BBCA26FF4E3}"/>
              </a:ext>
            </a:extLst>
          </p:cNvPr>
          <p:cNvSpPr txBox="1">
            <a:spLocks/>
          </p:cNvSpPr>
          <p:nvPr/>
        </p:nvSpPr>
        <p:spPr>
          <a:xfrm>
            <a:off x="799290" y="925125"/>
            <a:ext cx="10515600" cy="5726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latin typeface="Verdana" panose="020B060403050404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简介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25ABD5-8B60-2014-0963-DDF062286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615" y="2107782"/>
            <a:ext cx="5233718" cy="30059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033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B95995C-A6B8-B9D5-2B83-4AC8EF8CA00B}"/>
              </a:ext>
            </a:extLst>
          </p:cNvPr>
          <p:cNvSpPr txBox="1">
            <a:spLocks/>
          </p:cNvSpPr>
          <p:nvPr/>
        </p:nvSpPr>
        <p:spPr>
          <a:xfrm>
            <a:off x="838200" y="1459149"/>
            <a:ext cx="10515600" cy="39105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行支持最大的单列大小为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8000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字节，当需要存储超过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8000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字节的数据时，需要使用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数据类型在数据长度超过阈值时，不将数据存在行内，而是重新分配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segment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存储，行内存储指向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数据的指针。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zh-CN" altLang="zh-CN" sz="1800" kern="100" dirty="0"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支持两种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类型：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用于存储文本数据，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用于存储二进制数据。</a:t>
            </a: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当一行的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列的数据小于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4000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字节时，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数据依然会存在行内。无论是行内存储还是行外存储，行里的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都会存储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，存储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id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大小，以及表明是否是行外存储。</a:t>
            </a: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行内存储在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后面直接存储数据，行外存储在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后面存储指向</a:t>
            </a:r>
            <a:r>
              <a:rPr lang="en-US" altLang="zh-CN" sz="1800" kern="1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segment</a:t>
            </a:r>
            <a:r>
              <a:rPr lang="zh-CN" altLang="zh-CN" sz="1800" kern="100" dirty="0"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的元信息。</a:t>
            </a:r>
          </a:p>
          <a:p>
            <a:endParaRPr lang="zh-CN" altLang="en-US" dirty="0"/>
          </a:p>
        </p:txBody>
      </p:sp>
      <p:sp>
        <p:nvSpPr>
          <p:cNvPr id="5" name="Freeform 40">
            <a:extLst>
              <a:ext uri="{FF2B5EF4-FFF2-40B4-BE49-F238E27FC236}">
                <a16:creationId xmlns:a16="http://schemas.microsoft.com/office/drawing/2014/main" id="{AE97FCE1-DBC7-552A-530F-1C6333E4C1D9}"/>
              </a:ext>
            </a:extLst>
          </p:cNvPr>
          <p:cNvSpPr>
            <a:spLocks noEditPoints="1"/>
          </p:cNvSpPr>
          <p:nvPr/>
        </p:nvSpPr>
        <p:spPr bwMode="auto">
          <a:xfrm>
            <a:off x="380627" y="974332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9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E38AED92-AC8F-7444-BDE3-3BBCA26FF4E3}"/>
              </a:ext>
            </a:extLst>
          </p:cNvPr>
          <p:cNvSpPr txBox="1">
            <a:spLocks/>
          </p:cNvSpPr>
          <p:nvPr/>
        </p:nvSpPr>
        <p:spPr>
          <a:xfrm>
            <a:off x="799290" y="925125"/>
            <a:ext cx="10515600" cy="5726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行外存储结构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92E210D-2E3C-6FBD-AB71-3980234F53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696" y="2438400"/>
            <a:ext cx="7361118" cy="1776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132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B95995C-A6B8-B9D5-2B83-4AC8EF8CA00B}"/>
              </a:ext>
            </a:extLst>
          </p:cNvPr>
          <p:cNvSpPr txBox="1">
            <a:spLocks/>
          </p:cNvSpPr>
          <p:nvPr/>
        </p:nvSpPr>
        <p:spPr>
          <a:xfrm>
            <a:off x="838200" y="1459149"/>
            <a:ext cx="10515600" cy="3995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会为每一个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列额外创建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segment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，一个是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data segment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，一个是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segment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数据的访问以及空闲空间管理。行外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的存储最小单元是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，也就是说当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的数据最后不足一个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时，也会占用一个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。行内的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会存储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，指向了存储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数据的页面，当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个页面不够时，其余的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存储在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iot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，索引列是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lob_id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（删除时间），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offset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（这批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ids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的第一个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在整个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blocks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的偏移），非索引列是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ids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，如果不足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个，剩余部分的空间填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0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spcBef>
                <a:spcPts val="0"/>
              </a:spcBef>
            </a:pP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数据超过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时，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会将超过部分的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按照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个一组，组成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key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插入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（最后一个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key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可能容纳的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不足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个）。</a:t>
            </a:r>
            <a:r>
              <a:rPr lang="en-US" altLang="zh-CN" sz="18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</a:t>
            </a:r>
            <a:endParaRPr lang="zh-CN" altLang="en-US" sz="1800" dirty="0">
              <a:latin typeface="Verdana" panose="020B0604030504040204" pitchFamily="34" charset="0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5" name="Freeform 40">
            <a:extLst>
              <a:ext uri="{FF2B5EF4-FFF2-40B4-BE49-F238E27FC236}">
                <a16:creationId xmlns:a16="http://schemas.microsoft.com/office/drawing/2014/main" id="{AE97FCE1-DBC7-552A-530F-1C6333E4C1D9}"/>
              </a:ext>
            </a:extLst>
          </p:cNvPr>
          <p:cNvSpPr>
            <a:spLocks noEditPoints="1"/>
          </p:cNvSpPr>
          <p:nvPr/>
        </p:nvSpPr>
        <p:spPr bwMode="auto">
          <a:xfrm>
            <a:off x="380627" y="974332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955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E38AED92-AC8F-7444-BDE3-3BBCA26FF4E3}"/>
              </a:ext>
            </a:extLst>
          </p:cNvPr>
          <p:cNvSpPr txBox="1">
            <a:spLocks/>
          </p:cNvSpPr>
          <p:nvPr/>
        </p:nvSpPr>
        <p:spPr>
          <a:xfrm>
            <a:off x="799290" y="925125"/>
            <a:ext cx="10515600" cy="5726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空闲空间管理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CF38ED-9D5D-76E4-8B54-99E0B47A5A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021" y="2332679"/>
            <a:ext cx="9994836" cy="16990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243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B95995C-A6B8-B9D5-2B83-4AC8EF8CA00B}"/>
              </a:ext>
            </a:extLst>
          </p:cNvPr>
          <p:cNvSpPr txBox="1">
            <a:spLocks/>
          </p:cNvSpPr>
          <p:nvPr/>
        </p:nvSpPr>
        <p:spPr>
          <a:xfrm>
            <a:off x="838200" y="1459149"/>
            <a:ext cx="10515600" cy="3995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行内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en-US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的空闲空间管理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跟随行，行外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有自己的空闲空间管理机制。</a:t>
            </a: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上一节提到，行外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会有单独的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segment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，并且超过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8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 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会存储到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会删除和这个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关联的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，然后重新插入一个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，这个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会将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lob_id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列改成此次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删除的时间。根据索引的性质，被删除的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 key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会按照时间大小顺序（同一个删除时间会按照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offset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）存于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中。</a:t>
            </a: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当需要分配一个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空页时，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会优先从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index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中分配删除时间距离现在已经超过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undo retention time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的最老的页面出去。</a:t>
            </a:r>
          </a:p>
          <a:p>
            <a:pPr algn="just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5" name="Freeform 40">
            <a:extLst>
              <a:ext uri="{FF2B5EF4-FFF2-40B4-BE49-F238E27FC236}">
                <a16:creationId xmlns:a16="http://schemas.microsoft.com/office/drawing/2014/main" id="{AE97FCE1-DBC7-552A-530F-1C6333E4C1D9}"/>
              </a:ext>
            </a:extLst>
          </p:cNvPr>
          <p:cNvSpPr>
            <a:spLocks noEditPoints="1"/>
          </p:cNvSpPr>
          <p:nvPr/>
        </p:nvSpPr>
        <p:spPr bwMode="auto">
          <a:xfrm>
            <a:off x="380627" y="974332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72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标题 1">
            <a:extLst>
              <a:ext uri="{FF2B5EF4-FFF2-40B4-BE49-F238E27FC236}">
                <a16:creationId xmlns:a16="http://schemas.microsoft.com/office/drawing/2014/main" id="{E38AED92-AC8F-7444-BDE3-3BBCA26FF4E3}"/>
              </a:ext>
            </a:extLst>
          </p:cNvPr>
          <p:cNvSpPr txBox="1">
            <a:spLocks/>
          </p:cNvSpPr>
          <p:nvPr/>
        </p:nvSpPr>
        <p:spPr>
          <a:xfrm>
            <a:off x="799290" y="925125"/>
            <a:ext cx="10515600" cy="57267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en-US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800" kern="100" dirty="0">
                <a:solidFill>
                  <a:schemeClr val="accent5">
                    <a:lumMod val="75000"/>
                  </a:schemeClr>
                </a:solidFill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MVCC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  <a:latin typeface="Verdana" panose="020B060403050404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7EB2A80-8D33-1D1B-B43E-0FFEE518D9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428" y="2029138"/>
            <a:ext cx="5366019" cy="240019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082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8700" y="57563"/>
            <a:ext cx="2819041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8700" y="582710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898965" y="651925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B95995C-A6B8-B9D5-2B83-4AC8EF8CA00B}"/>
              </a:ext>
            </a:extLst>
          </p:cNvPr>
          <p:cNvSpPr txBox="1">
            <a:spLocks/>
          </p:cNvSpPr>
          <p:nvPr/>
        </p:nvSpPr>
        <p:spPr>
          <a:xfrm>
            <a:off x="838200" y="1459149"/>
            <a:ext cx="10515600" cy="39958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  <a:spcBef>
                <a:spcPts val="0"/>
              </a:spcBef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行内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MVCC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跟随行。行外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MVCC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通过不同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指向不同的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数据来实现。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对于行外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的修改，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YashanDb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都会新分配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页面用来存储新的数据，然后将旧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删除，将新的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存在行内。</a:t>
            </a: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当一个一致性查询到来时，行会还原到一个一致性版本，这个一致性版本的行存储的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数据就是这个一致性查询能看到的一致性的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数据。</a:t>
            </a:r>
            <a:endParaRPr lang="en-US" altLang="zh-CN" sz="1800" kern="1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endParaRPr lang="en-US" altLang="zh-CN" sz="1800" kern="100" dirty="0"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indent="266700" algn="just">
              <a:lnSpc>
                <a:spcPct val="100000"/>
              </a:lnSpc>
              <a:spcBef>
                <a:spcPts val="0"/>
              </a:spcBef>
            </a:pP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当一致性版本的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指向的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block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id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 locator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存储的不同时，说明这次查询相距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lob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数据删除已经超过了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undo retention time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，此时会报错</a:t>
            </a:r>
            <a:r>
              <a:rPr lang="en-US" altLang="zh-CN" sz="1800" kern="100" dirty="0">
                <a:effectLst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snap shot too old</a:t>
            </a:r>
            <a:r>
              <a:rPr lang="zh-CN" altLang="zh-CN" sz="1800" kern="100" dirty="0">
                <a:effectLst/>
                <a:latin typeface="Verdana" panose="020B060403050404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ts val="0"/>
              </a:spcBef>
            </a:pPr>
            <a:endParaRPr lang="zh-CN" altLang="en-US" dirty="0"/>
          </a:p>
        </p:txBody>
      </p:sp>
      <p:sp>
        <p:nvSpPr>
          <p:cNvPr id="5" name="Freeform 40">
            <a:extLst>
              <a:ext uri="{FF2B5EF4-FFF2-40B4-BE49-F238E27FC236}">
                <a16:creationId xmlns:a16="http://schemas.microsoft.com/office/drawing/2014/main" id="{AE97FCE1-DBC7-552A-530F-1C6333E4C1D9}"/>
              </a:ext>
            </a:extLst>
          </p:cNvPr>
          <p:cNvSpPr>
            <a:spLocks noEditPoints="1"/>
          </p:cNvSpPr>
          <p:nvPr/>
        </p:nvSpPr>
        <p:spPr bwMode="auto">
          <a:xfrm>
            <a:off x="380627" y="974332"/>
            <a:ext cx="650916" cy="1027999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900">
              <a:solidFill>
                <a:prstClr val="black"/>
              </a:soli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844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745</Words>
  <Application>Microsoft Office PowerPoint</Application>
  <PresentationFormat>宽屏</PresentationFormat>
  <Paragraphs>62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等线 Light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LOB</dc:title>
  <dc:creator>张锐</dc:creator>
  <cp:lastModifiedBy>张锐</cp:lastModifiedBy>
  <cp:revision>23</cp:revision>
  <dcterms:created xsi:type="dcterms:W3CDTF">2022-08-15T01:41:53Z</dcterms:created>
  <dcterms:modified xsi:type="dcterms:W3CDTF">2022-08-15T09:13:55Z</dcterms:modified>
</cp:coreProperties>
</file>